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B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8B1E24"/>
                </a:solidFill>
              </a:defRPr>
            </a:pPr>
            <a:r>
              <a:t>Indian Stock Return Forecasting with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5A5A"/>
                </a:solidFill>
              </a:defRPr>
            </a:pPr>
            <a:r>
              <a:t>Mini-project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D2D2D"/>
                </a:solidFill>
              </a:defRPr>
            </a:pPr>
            <a:r>
              <a:t>Team: [Member 1] + [Member 2]</a:t>
            </a:r>
          </a:p>
          <a:p>
            <a:pPr>
              <a:spcAft>
                <a:spcPts val="1800"/>
              </a:spcAft>
              <a:defRPr sz="2100">
                <a:solidFill>
                  <a:srgbClr val="2D2D2D"/>
                </a:solidFill>
              </a:defRPr>
            </a:pPr>
            <a:r>
              <a:t>Course: UE24CS352A — Machine Learning</a:t>
            </a:r>
          </a:p>
          <a:p>
            <a:pPr>
              <a:spcAft>
                <a:spcPts val="1800"/>
              </a:spcAft>
              <a:defRPr sz="2100">
                <a:solidFill>
                  <a:srgbClr val="2D2D2D"/>
                </a:solidFill>
              </a:defRPr>
            </a:pPr>
            <a:r>
              <a:t>Inspired by Stanford CS229 quantitative trading; adapted for Indian-market OHLCV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UE24CS352A • Research prototype • Replace placeholders with measured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B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8B1E24"/>
                </a:solidFill>
              </a:defRPr>
            </a:pPr>
            <a:r>
              <a:t>Problem Statement &amp;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D2D2D"/>
                </a:solidFill>
              </a:defRPr>
            </a:pPr>
            <a:r>
              <a:t>Predict the next five-trading-day return from daily price and volume history.</a:t>
            </a:r>
          </a:p>
          <a:p>
            <a:pPr>
              <a:spcAft>
                <a:spcPts val="1800"/>
              </a:spcAft>
              <a:defRPr sz="2100">
                <a:solidFill>
                  <a:srgbClr val="2D2D2D"/>
                </a:solidFill>
              </a:defRPr>
            </a:pPr>
            <a:r>
              <a:t>Sources: Yahoo Finance via yfinance, user-uploaded CSV, or a synthetic offline demo.</a:t>
            </a:r>
          </a:p>
          <a:p>
            <a:pPr>
              <a:spcAft>
                <a:spcPts val="1800"/>
              </a:spcAft>
              <a:defRPr sz="2100">
                <a:solidFill>
                  <a:srgbClr val="2D2D2D"/>
                </a:solidFill>
              </a:defRPr>
            </a:pPr>
            <a:r>
              <a:t>Record the actual ticker, source, dates, row count, and missing-data handling after the run.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UE24CS352A • Research prototype • Replace placeholders with measured results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B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8B1E24"/>
                </a:solidFill>
              </a:defRPr>
            </a:pPr>
            <a:r>
              <a:t>Features &amp;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D2D2D"/>
                </a:solidFill>
              </a:defRPr>
            </a:pPr>
            <a:r>
              <a:t>Features: lagged returns, moving-average ratios, rolling volatility, volume change, daily range, close location.</a:t>
            </a:r>
          </a:p>
          <a:p>
            <a:pPr>
              <a:spcAft>
                <a:spcPts val="1800"/>
              </a:spcAft>
              <a:defRPr sz="2100">
                <a:solidFill>
                  <a:srgbClr val="2D2D2D"/>
                </a:solidFill>
              </a:defRPr>
            </a:pPr>
            <a:r>
              <a:t>Models: Elastic Net, Decision Tree Regressor, Random Forest Regressor.</a:t>
            </a:r>
          </a:p>
          <a:p>
            <a:pPr>
              <a:spcAft>
                <a:spcPts val="1800"/>
              </a:spcAft>
              <a:defRPr sz="2100">
                <a:solidFill>
                  <a:srgbClr val="2D2D2D"/>
                </a:solidFill>
              </a:defRPr>
            </a:pPr>
            <a:r>
              <a:t>The target is forward return: Close[t+5] / Close[t] − 1.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UE24CS352A • Research prototype • Replace placeholders with measured results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B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8B1E24"/>
                </a:solidFill>
              </a:defRPr>
            </a:pPr>
            <a:r>
              <a:t>Experimental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D2D2D"/>
                </a:solidFill>
              </a:defRPr>
            </a:pPr>
            <a:r>
              <a:t>Sort observations by date; split chronologically into train / validation / test.</a:t>
            </a:r>
          </a:p>
          <a:p>
            <a:pPr>
              <a:spcAft>
                <a:spcPts val="1800"/>
              </a:spcAft>
              <a:defRPr sz="2100">
                <a:solidFill>
                  <a:srgbClr val="2D2D2D"/>
                </a:solidFill>
              </a:defRPr>
            </a:pPr>
            <a:r>
              <a:t>Select the model by validation RMSE; keep the test set out of model selection.</a:t>
            </a:r>
          </a:p>
          <a:p>
            <a:pPr>
              <a:spcAft>
                <a:spcPts val="1800"/>
              </a:spcAft>
              <a:defRPr sz="2100">
                <a:solidFill>
                  <a:srgbClr val="2D2D2D"/>
                </a:solidFill>
              </a:defRPr>
            </a:pPr>
            <a:r>
              <a:t>Report RMSE, MAE, directional accuracy, and clearly document the selected period.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UE24CS352A • Research prototype • Replace placeholders with measured results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B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8B1E24"/>
                </a:solidFill>
              </a:defRPr>
            </a:pPr>
            <a:r>
              <a:t>Results &amp;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D2D2D"/>
                </a:solidFill>
              </a:defRPr>
            </a:pPr>
            <a:r>
              <a:t>Insert the actual test metrics from the dashboard.</a:t>
            </a:r>
          </a:p>
          <a:p>
            <a:pPr>
              <a:spcAft>
                <a:spcPts val="1800"/>
              </a:spcAft>
              <a:defRPr sz="2100">
                <a:solidFill>
                  <a:srgbClr val="2D2D2D"/>
                </a:solidFill>
              </a:defRPr>
            </a:pPr>
            <a:r>
              <a:t>Show the model comparison, feature-importance chart, and strategy-versus-buy-and-hold curve.</a:t>
            </a:r>
          </a:p>
          <a:p>
            <a:pPr>
              <a:spcAft>
                <a:spcPts val="1800"/>
              </a:spcAft>
              <a:defRPr sz="2100">
                <a:solidFill>
                  <a:srgbClr val="2D2D2D"/>
                </a:solidFill>
              </a:defRPr>
            </a:pPr>
            <a:r>
              <a:t>Clearly label whether the data are synthetic or real. Never present synthetic results as market findings.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UE24CS352A • Research prototype • Replace placeholders with measured results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B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8B1E24"/>
                </a:solidFill>
              </a:defRPr>
            </a:pPr>
            <a:r>
              <a:t>Conclusion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D2D2D"/>
                </a:solidFill>
              </a:defRPr>
            </a:pPr>
            <a:r>
              <a:t>Discuss what the measured test results support—and what they do not support.</a:t>
            </a:r>
          </a:p>
          <a:p>
            <a:pPr>
              <a:spcAft>
                <a:spcPts val="1800"/>
              </a:spcAft>
              <a:defRPr sz="2100">
                <a:solidFill>
                  <a:srgbClr val="2D2D2D"/>
                </a:solidFill>
              </a:defRPr>
            </a:pPr>
            <a:r>
              <a:t>Limitations: noisy/non-stationary markets, simplified costs, and provider/ticker changes.</a:t>
            </a:r>
          </a:p>
          <a:p>
            <a:pPr>
              <a:spcAft>
                <a:spcPts val="1800"/>
              </a:spcAft>
              <a:defRPr sz="2100">
                <a:solidFill>
                  <a:srgbClr val="2D2D2D"/>
                </a:solidFill>
              </a:defRPr>
            </a:pPr>
            <a:r>
              <a:t>Add each teammate’s actual contribution. Historical results do not guarantee future returns.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UE24CS352A • Research prototype • Replace placeholders with measured results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